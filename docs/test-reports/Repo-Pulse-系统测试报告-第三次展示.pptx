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oval">
            <a:avLst/>
          </a:prstGeom>
          <a:solidFill>
            <a:srgbClr val="0284C7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74320"/>
            <a:ext cx="2011680" cy="2011680"/>
          </a:xfrm>
          <a:prstGeom prst="oval">
            <a:avLst/>
          </a:prstGeom>
          <a:solidFill>
            <a:srgbClr val="0284C7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Repo-Pulse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智能代码仓库监控平台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2286000" cy="27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154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系统测试报告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第三次展示  |  2026年6月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754880"/>
            <a:ext cx="7772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feature/system-test-verify  |  43 测试套件  |  813 测试用例  |  通过率 100%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测试执行概览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874520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11580" y="1463040"/>
            <a:ext cx="502920" cy="502920"/>
          </a:xfrm>
          <a:prstGeom prst="oval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361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测试套件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51760" y="1325880"/>
            <a:ext cx="1874520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4700" y="1463040"/>
            <a:ext cx="502920" cy="502920"/>
          </a:xfrm>
          <a:prstGeom prst="oval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3619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265176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1325880"/>
            <a:ext cx="1874520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17820" y="1463040"/>
            <a:ext cx="502920" cy="502920"/>
          </a:xfrm>
          <a:prstGeom prst="oval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3619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75488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通过率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0" y="1325880"/>
            <a:ext cx="1874520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20940" y="1463040"/>
            <a:ext cx="502920" cy="502920"/>
          </a:xfrm>
          <a:prstGeom prst="oval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53619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~15s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85800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执行时长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测试环境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4864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286000" y="3401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/ macOS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28600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v20.x LTS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测试框架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28600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29.7 + ts-jest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8640" y="41696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286000" y="4169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Redis 7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3035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自动化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30352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三 Job 架构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30352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test-e2e → ci-success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30352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 覆盖率自动上报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30352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coverageThreshold 强制门禁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单元测试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套件 / 813 用例 / 100% 通过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行覆盖率 Lines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78.78%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1389888"/>
            <a:ext cx="41148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389888"/>
            <a:ext cx="3241639" cy="1463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5956" y="1353312"/>
            <a:ext cx="18288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8252" y="1353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65%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语句覆盖率 Statements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78.7%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2011680"/>
            <a:ext cx="41148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2011680"/>
            <a:ext cx="3238348" cy="1463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5956" y="1975104"/>
            <a:ext cx="18288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8252" y="1975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65%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8640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函数覆盖率 Functions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569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77.42%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2633472"/>
            <a:ext cx="41148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0" y="2633472"/>
            <a:ext cx="3185678" cy="1463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0216" y="2596896"/>
            <a:ext cx="18288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2596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60%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" y="3191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分支覆盖率 Branches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191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60.01%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40480" y="3255264"/>
            <a:ext cx="41148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0" y="3255264"/>
            <a:ext cx="2469291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9"/>
          <p:cNvSpPr/>
          <p:nvPr/>
        </p:nvSpPr>
        <p:spPr>
          <a:xfrm>
            <a:off x="5888736" y="3218688"/>
            <a:ext cx="18288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5971032" y="32186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50%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核心模块覆盖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认证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023360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事件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61488" y="4023360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1788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4224528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0" y="41788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仓库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61488" y="4224528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379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过滤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4425696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0" y="4379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通知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61488" y="4425696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581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接入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4626864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0" y="4581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审批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61488" y="4626864"/>
            <a:ext cx="82296" cy="82296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评分明细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测试覆盖范围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8096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0" y="4178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覆盖率水平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8096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0" y="43799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覆盖率阈值强制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80960" y="43799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0" y="4581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测试质量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80960" y="45811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功能测试 (E2E)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个测试文件 / 真实 DB+Redis / 完整请求-响应链路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640080" cy="640080"/>
          </a:xfrm>
          <a:prstGeom prst="oval">
            <a:avLst/>
          </a:prstGeom>
          <a:solidFill>
            <a:srgbClr val="0284C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48840" y="1371600"/>
            <a:ext cx="640080" cy="640080"/>
          </a:xfrm>
          <a:prstGeom prst="oval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48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11880" y="1371600"/>
            <a:ext cx="640080" cy="640080"/>
          </a:xfrm>
          <a:prstGeom prst="oval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11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74920" y="1371600"/>
            <a:ext cx="640080" cy="640080"/>
          </a:xfrm>
          <a:prstGeom prst="oval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37960" y="1371600"/>
            <a:ext cx="640080" cy="640080"/>
          </a:xfrm>
          <a:prstGeom prst="oval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01000" y="1371600"/>
            <a:ext cx="640080" cy="640080"/>
          </a:xfrm>
          <a:prstGeom prst="oval">
            <a:avLst/>
          </a:prstGeom>
          <a:solidFill>
            <a:srgbClr val="DC2626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010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386584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登录/登出/Token刷新/401拦截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642616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587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仓库CRUD/权限隔离/搜索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2898648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2843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GitHub/GitLab验签/去重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154680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0998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webhook-flow.e2e-spec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完整Webhook→事件链路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410712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355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ai-approval-pipeline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AI分析→审批创建→审批操作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666744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611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event-notification-pipeline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事件→过滤规则→通知发送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386584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偏好管理/渠道故障降级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642616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587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概览/活动统计/空数据安全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898648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843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websocket-realtime.e2e-spec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WS连接→Room加入→广播接收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154680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0998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repository-sync.e2e-spec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GitHub同步/去重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410712"/>
            <a:ext cx="109728" cy="109728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355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filter-rules.e2e-spec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规则CRUD/权限隔离/测试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评分明细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669280" y="4251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覆盖范围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63840" y="4251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69280" y="4453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测试用例质量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63840" y="4453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69280" y="4654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自动化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863840" y="4654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核心接口 / P99 &lt; 2000ms SLA / 零错误率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292608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接口端点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325880"/>
            <a:ext cx="150876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3258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325880"/>
            <a:ext cx="150876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3258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1325880"/>
            <a:ext cx="150876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3258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SLA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325880"/>
            <a:ext cx="150876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3258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673352"/>
            <a:ext cx="29260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16733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/dashboard/overview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57400" y="1673352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1673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1673352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1673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1673352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673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2000ms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1673352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673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020824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0208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/events?page=1&amp;limit=20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57400" y="2020824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057400" y="20208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66160" y="2020824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20208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020824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20208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2000ms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020824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20208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2368296"/>
            <a:ext cx="29260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368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/repositories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57400" y="2368296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2057400" y="23682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6160" y="2368296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23682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2368296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5074920" y="23682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2000ms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2368296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23682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2715768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2715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/dashboard/activity?days=7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57400" y="2715768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057400" y="2715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566160" y="2715768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566160" y="2715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74920" y="2715768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74920" y="2715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2000ms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83680" y="2715768"/>
            <a:ext cx="15087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0" y="2715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3063240"/>
            <a:ext cx="29260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3063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/notifications/preferences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057400" y="3063240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2057400" y="3063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66160" y="3063240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3566160" y="3063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074920" y="3063240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5074920" y="3063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2000ms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583680" y="3063240"/>
            <a:ext cx="150876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6583680" y="3063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性能指标说明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48640" y="3858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  含义  评价维度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8640" y="39776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P50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50% 请求响应时间不超过该值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系统平均响应能力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48640" y="4160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95% 请求响应时间不超过该值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大部分用户体验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8640" y="4343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99% 请求响应时间不超过该值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极限响应能力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8640" y="4526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Rate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请求失败率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系统运行稳定性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943600" y="3566160"/>
            <a:ext cx="2743200" cy="105156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9436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满分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9436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3600" dirty="0"/>
          </a:p>
        </p:txBody>
      </p:sp>
      <p:sp>
        <p:nvSpPr>
          <p:cNvPr id="78" name="Text 76"/>
          <p:cNvSpPr/>
          <p:nvPr/>
        </p:nvSpPr>
        <p:spPr>
          <a:xfrm>
            <a:off x="594360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测试脚本完整 / 端点全覆盖 / SLA 明确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稳定性测试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容错降级 + 并发安全 / 17 个场景全部通过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容错降级测试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核心原则：后置服务故障不能影响主链路（事件入库）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420624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5486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74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广播失败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03911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事件成功创建，AI 正常触发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43400" y="1956816"/>
            <a:ext cx="164592" cy="164592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9568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240280"/>
            <a:ext cx="4206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240280"/>
            <a:ext cx="5486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2402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服务异常/超时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40487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事件正常入库，不阻塞响应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43400" y="2322576"/>
            <a:ext cx="164592" cy="164592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322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420624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606040"/>
            <a:ext cx="5486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通知发送失败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27706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事件入库不受影响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43400" y="2688336"/>
            <a:ext cx="164592" cy="164592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26883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971800"/>
            <a:ext cx="4206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2971800"/>
            <a:ext cx="5486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29718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消息服务故障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136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核心链路不受影响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43400" y="3054096"/>
            <a:ext cx="164592" cy="164592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054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337560"/>
            <a:ext cx="420624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337560"/>
            <a:ext cx="5486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级联故障 (WS + 通知)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35021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事件入库成功，有有效 ID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43400" y="3419856"/>
            <a:ext cx="164592" cy="164592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4343400" y="34198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并发安全测试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核心原则：并发操作数据不串扰，系统不崩溃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1874520"/>
            <a:ext cx="3840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5303520" y="1874520"/>
            <a:ext cx="54864" cy="32918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0" y="1874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不同事件并发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20391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全部成功，数据独立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686800" y="1956816"/>
            <a:ext cx="164592" cy="164592"/>
          </a:xfrm>
          <a:prstGeom prst="oval">
            <a:avLst/>
          </a:prstGeom>
          <a:solidFill>
            <a:srgbClr val="0284C7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0" y="19568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2240280"/>
            <a:ext cx="3840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2240280"/>
            <a:ext cx="54864" cy="32918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0" y="22402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事件并发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0" y="240487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零失败，全部完成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686800" y="2322576"/>
            <a:ext cx="164592" cy="164592"/>
          </a:xfrm>
          <a:prstGeom prst="oval">
            <a:avLst/>
          </a:prstGeom>
          <a:solidFill>
            <a:srgbClr val="0284C7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0" y="2322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0" y="2606040"/>
            <a:ext cx="3840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2606040"/>
            <a:ext cx="54864" cy="32918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0" y="2606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 PR 类型并发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0" y="27706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各有独立 ID，互不干扰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686800" y="2688336"/>
            <a:ext cx="164592" cy="164592"/>
          </a:xfrm>
          <a:prstGeom prst="oval">
            <a:avLst/>
          </a:prstGeom>
          <a:solidFill>
            <a:srgbClr val="0284C7"/>
          </a:solidFill>
          <a:ln/>
        </p:spPr>
      </p:sp>
      <p:sp>
        <p:nvSpPr>
          <p:cNvPr id="60" name="Text 58"/>
          <p:cNvSpPr/>
          <p:nvPr/>
        </p:nvSpPr>
        <p:spPr>
          <a:xfrm>
            <a:off x="8686800" y="26883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03520" y="2971800"/>
            <a:ext cx="3840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5303520" y="2971800"/>
            <a:ext cx="54864" cy="32918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0" y="2971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响应时间基线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86400" y="3136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 &lt; 200ms，10 次串行 &lt; 1s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3054096"/>
            <a:ext cx="164592" cy="164592"/>
          </a:xfrm>
          <a:prstGeom prst="oval">
            <a:avLst/>
          </a:prstGeom>
          <a:solidFill>
            <a:srgbClr val="0284C7"/>
          </a:solidFill>
          <a:ln/>
        </p:spPr>
      </p:sp>
      <p:sp>
        <p:nvSpPr>
          <p:cNvPr id="66" name="Text 64"/>
          <p:cNvSpPr/>
          <p:nvPr/>
        </p:nvSpPr>
        <p:spPr>
          <a:xfrm>
            <a:off x="8686800" y="3054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303520" y="3337560"/>
            <a:ext cx="3840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5303520" y="3337560"/>
            <a:ext cx="54864" cy="32918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边界条件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486400" y="350215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 body / 1000 字标题不崩溃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686800" y="3419856"/>
            <a:ext cx="164592" cy="164592"/>
          </a:xfrm>
          <a:prstGeom prst="oval">
            <a:avLst/>
          </a:prstGeom>
          <a:solidFill>
            <a:srgbClr val="0284C7"/>
          </a:solidFill>
          <a:ln/>
        </p:spPr>
      </p:sp>
      <p:sp>
        <p:nvSpPr>
          <p:cNvPr id="72" name="Text 70"/>
          <p:cNvSpPr/>
          <p:nvPr/>
        </p:nvSpPr>
        <p:spPr>
          <a:xfrm>
            <a:off x="8686800" y="34198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4" name="Text 72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架构亮点：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分析、通知推送、实时通信均采用异步处理机制。各模块独立 try/catch，故障不向核心链路传播。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KNOWN_ISSUES + CHANGELOG + Conventional Commits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已知问题分布 (12 条)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128016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600200"/>
            <a:ext cx="128016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11680" y="2011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1600200"/>
            <a:ext cx="128016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74720" y="2011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重点已知问题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#001 Medium - 飞书消息实际投递未实装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916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#003 Medium - 分支覆盖率 60.01%，目标 70%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1363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 Medium - 部分页面未使用 React Query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#002 Low - DesktopWorkbench 超 2500 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缺陷管理流程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1627632"/>
            <a:ext cx="658368" cy="365760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25312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1627632"/>
            <a:ext cx="658368" cy="365760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2552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1627632"/>
            <a:ext cx="658368" cy="365760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79792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1627632"/>
            <a:ext cx="658368" cy="365760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7635240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已修复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57032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12480" y="1627632"/>
            <a:ext cx="658368" cy="365760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关闭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版本历史 (CHANGELOG)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2487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基础设施：JWT/Webhook/样式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03520" y="2715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0.2.0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2715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实时数据流：WebSocket/BullMQ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2944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引擎：多模型/异步/SSE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3172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0.4.0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3172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桌面端/飞书/审批/权限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0" y="3401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0.4.1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测试修复与系统优化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03520" y="3630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Unreleased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55080" y="3630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 66%→78%，补充测试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035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Conventional Commits 规范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4160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03520" y="4343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新功能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80760" y="4160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80760" y="4343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Bug修复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0" y="4160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58000" y="4343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35240" y="4160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35240" y="4343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12480" y="4160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12480" y="4343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打分汇总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187452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19/20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514600"/>
            <a:ext cx="152019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146304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46304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功能测试 E2E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19/20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926080" y="251460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2514600"/>
            <a:ext cx="152019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46304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463040"/>
            <a:ext cx="18745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性能测试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074920" y="251460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2514600"/>
            <a:ext cx="1600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7086600" y="146304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86600" y="1463040"/>
            <a:ext cx="18745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稳定性测试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7223760" y="251460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2514600"/>
            <a:ext cx="14401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15468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3154680"/>
            <a:ext cx="18745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测试总结报告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777240" y="420624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" y="4206240"/>
            <a:ext cx="1600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Shape 34"/>
          <p:cNvSpPr/>
          <p:nvPr/>
        </p:nvSpPr>
        <p:spPr>
          <a:xfrm>
            <a:off x="2788920" y="315468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88920" y="3154680"/>
            <a:ext cx="187452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缺陷管理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2608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19/20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2926080" y="420624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Shape 39"/>
          <p:cNvSpPr/>
          <p:nvPr/>
        </p:nvSpPr>
        <p:spPr>
          <a:xfrm>
            <a:off x="2926080" y="4206240"/>
            <a:ext cx="152019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2" name="Shape 40"/>
          <p:cNvSpPr/>
          <p:nvPr/>
        </p:nvSpPr>
        <p:spPr>
          <a:xfrm>
            <a:off x="4937760" y="3154680"/>
            <a:ext cx="18745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37760" y="315468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507492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 (CI/自动化)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7492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>
            <a:off x="5074920" y="4206240"/>
            <a:ext cx="1600200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" name="Shape 45"/>
          <p:cNvSpPr/>
          <p:nvPr/>
        </p:nvSpPr>
        <p:spPr>
          <a:xfrm>
            <a:off x="5074920" y="4206240"/>
            <a:ext cx="144018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全部测试类别通过率 100%  |  零失败用例  |  覆盖率持续治理 66% → 78%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改进建议与后续计划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Repo-Pulse 系统测试报告  | 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029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分支覆盖率提升至 ≥ 65%，重点补充 NotificationService / FilterService 边界用例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01952"/>
            <a:ext cx="5029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01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901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覆盖率上报 Codecov (flags: e2e)，获得完整覆盖率视图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2494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飞书消息实际投递实装，接入飞书 Bot SDK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5029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712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871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补充长时间稳定性测试（BullMQ 队列积压恢复、WebSocket 长连接保活）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使用生产规模数据（10 万+ 事件）建立真实性能基线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workbench.e2e-spec.ts，覆盖桌面端核心链路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8229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当前成果亮点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9867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个测试套件、813 个测试用例、100% 通过率  |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门禁自动化  |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覆盖率从 66% 恢复至 78.78%  | 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五大维度综合评分 95/100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Repo-Pulse 系统测试报告 - 第三次展示</dc:title>
  <dc:subject>PptxGenJS Presentation</dc:subject>
  <dc:creator>Repo-Pulse Team</dc:creator>
  <cp:lastModifiedBy>Repo-Pulse Team</cp:lastModifiedBy>
  <cp:revision>1</cp:revision>
  <dcterms:created xsi:type="dcterms:W3CDTF">2026-06-12T15:39:10Z</dcterms:created>
  <dcterms:modified xsi:type="dcterms:W3CDTF">2026-06-12T15:39:10Z</dcterms:modified>
</cp:coreProperties>
</file>